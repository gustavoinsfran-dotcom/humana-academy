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2834640"/>
            <a:ext cx="4206240" cy="4206240"/>
          </a:xfrm>
          <a:prstGeom prst="ellipse">
            <a:avLst/>
          </a:prstGeom>
          <a:solidFill>
            <a:srgbClr val="1F5C9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-1097280"/>
            <a:ext cx="2377440" cy="2377440"/>
          </a:xfrm>
          <a:prstGeom prst="ellipse">
            <a:avLst/>
          </a:prstGeom>
          <a:solidFill>
            <a:srgbClr val="7FB0E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25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7FB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persona y la situación basal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Humana Academy · Formación en Medicina de Continuidad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7223760" y="777240"/>
            <a:ext cx="1371600" cy="1371600"/>
          </a:xfrm>
          <a:prstGeom prst="ellipse">
            <a:avLst/>
          </a:prstGeom>
          <a:solidFill>
            <a:srgbClr val="F4F8FC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22376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6400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que el diagnóstico, la persona. Antes que el deterioro, su normalidad.</a:t>
            </a:r>
            <a:endParaRPr lang="en-US" sz="2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ideas del módulo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514600" cy="2926080"/>
          </a:xfrm>
          <a:prstGeom prst="roundRect">
            <a:avLst>
              <a:gd name="adj" fmla="val 4364"/>
            </a:avLst>
          </a:prstGeom>
          <a:solidFill>
            <a:srgbClr val="F4F8FC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1F5C9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persona precede a la enfermedad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enfermedad ocurre dentro de una biografía, una familia y un proyecto de vida.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0712" y="1554480"/>
            <a:ext cx="2514600" cy="2926080"/>
          </a:xfrm>
          <a:prstGeom prst="roundRect">
            <a:avLst>
              <a:gd name="adj" fmla="val 4364"/>
            </a:avLst>
          </a:prstGeom>
          <a:solidFill>
            <a:srgbClr val="F4F8FC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39312" y="1783080"/>
            <a:ext cx="548640" cy="548640"/>
          </a:xfrm>
          <a:prstGeom prst="ellipse">
            <a:avLst/>
          </a:prstGeom>
          <a:solidFill>
            <a:srgbClr val="1F5C99"/>
          </a:solidFill>
          <a:ln/>
        </p:spPr>
      </p:sp>
      <p:sp>
        <p:nvSpPr>
          <p:cNvPr id="10" name="Text 8"/>
          <p:cNvSpPr/>
          <p:nvPr/>
        </p:nvSpPr>
        <p:spPr>
          <a:xfrm>
            <a:off x="3639312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39312" y="24688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situación basal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39312" y="324612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es el paciente cuando está estable: el verdadero cero clínico.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81344" y="1554480"/>
            <a:ext cx="2514600" cy="2926080"/>
          </a:xfrm>
          <a:prstGeom prst="roundRect">
            <a:avLst>
              <a:gd name="adj" fmla="val 4364"/>
            </a:avLst>
          </a:prstGeom>
          <a:solidFill>
            <a:srgbClr val="F4F8FC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9944" y="1783080"/>
            <a:ext cx="548640" cy="548640"/>
          </a:xfrm>
          <a:prstGeom prst="ellipse">
            <a:avLst/>
          </a:prstGeom>
          <a:solidFill>
            <a:srgbClr val="1F5C9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9944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9944" y="24688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consigo mismo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9944" y="324612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pregunta no es «¿está bien?», sino «¿está igual que cuando estaba estable?».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91840"/>
            <a:ext cx="3108960" cy="3108960"/>
          </a:xfrm>
          <a:prstGeom prst="ellipse">
            <a:avLst/>
          </a:prstGeom>
          <a:solidFill>
            <a:srgbClr val="1F5C99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“La pregunta nunca es «¿está bien?». Es «¿está igual que cuando estaba estable?».”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0" y="4526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7FB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HUMANA ACADEMY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5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280160"/>
            <a:ext cx="3840480" cy="3840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FE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IDEA PARA LLEVARSE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quien conoce la normalidad de un paciente puede reconocer su deterioro.</a:t>
            </a:r>
            <a:endParaRPr lang="en-US" sz="2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2</dc:title>
  <dc:subject>PptxGenJS Presentation</dc:subject>
  <dc:creator>Humana Academy</dc:creator>
  <cp:lastModifiedBy>Humana Academy</cp:lastModifiedBy>
  <cp:revision>1</cp:revision>
  <dcterms:created xsi:type="dcterms:W3CDTF">2026-07-07T16:22:04Z</dcterms:created>
  <dcterms:modified xsi:type="dcterms:W3CDTF">2026-07-07T16:22:04Z</dcterms:modified>
</cp:coreProperties>
</file>