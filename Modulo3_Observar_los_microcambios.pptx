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834640"/>
            <a:ext cx="4206240" cy="4206240"/>
          </a:xfrm>
          <a:prstGeom prst="ellipse">
            <a:avLst/>
          </a:prstGeom>
          <a:solidFill>
            <a:srgbClr val="1F5C9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2377440" cy="2377440"/>
          </a:xfrm>
          <a:prstGeom prst="ellipse">
            <a:avLst/>
          </a:prstGeom>
          <a:solidFill>
            <a:srgbClr val="7FB0E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Observar: los microcambios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 · Formación en Medicina de Continuidad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223760" y="777240"/>
            <a:ext cx="1371600" cy="1371600"/>
          </a:xfrm>
          <a:prstGeom prst="ellipse">
            <a:avLst/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2376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es un acto clínico. Exige método, disciplina y lenguaje.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ideas del módulo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antes de interpretar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describimos, después interpretamos y solo al final diagnosticamos.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39312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microcambios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menos, habla menos, camina menos: por separado parecen nada; juntos cuentan una historia.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para decidir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9944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solo tiene valor cuando cambia una decisión.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3108960" cy="310896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“Primero describimos. Después interpretamos. Y solo al final diagnosticamos.”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PARA LLEVARSE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gran evento clínico aparece de golpe: leer los microcambios es anticiparse a la crisis.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3</dc:title>
  <dc:subject>PptxGenJS Presentation</dc:subject>
  <dc:creator>Humana Academy</dc:creator>
  <cp:lastModifiedBy>Humana Academy</cp:lastModifiedBy>
  <cp:revision>1</cp:revision>
  <dcterms:created xsi:type="dcterms:W3CDTF">2026-07-07T16:22:04Z</dcterms:created>
  <dcterms:modified xsi:type="dcterms:W3CDTF">2026-07-07T16:22:04Z</dcterms:modified>
</cp:coreProperties>
</file>