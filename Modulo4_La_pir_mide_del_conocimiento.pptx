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834640"/>
            <a:ext cx="4206240" cy="4206240"/>
          </a:xfrm>
          <a:prstGeom prst="ellipse">
            <a:avLst/>
          </a:prstGeom>
          <a:solidFill>
            <a:srgbClr val="1F5C9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1097280"/>
            <a:ext cx="2377440" cy="2377440"/>
          </a:xfrm>
          <a:prstGeom prst="ellipse">
            <a:avLst/>
          </a:prstGeom>
          <a:solidFill>
            <a:srgbClr val="7FB0E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pirámide del conocimiento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 · Formación en Medicina de Continuidad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223760" y="777240"/>
            <a:ext cx="1371600" cy="1371600"/>
          </a:xfrm>
          <a:prstGeom prst="ellipse">
            <a:avLst/>
          </a:prstGeom>
          <a:solidFill>
            <a:srgbClr val="F4F8FC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237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conocimiento clínico se construye por capas, de la persona al aprendizaje.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siete capas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143560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situación basal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432304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40487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observación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microcambio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401568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7413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interpretación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365760" cy="365760"/>
          </a:xfrm>
          <a:prstGeom prst="ellipse">
            <a:avLst/>
          </a:prstGeom>
          <a:solidFill>
            <a:srgbClr val="7FB0E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85876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4370832"/>
            <a:ext cx="365760" cy="36576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aprendizaje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108960" cy="3108960"/>
          </a:xfrm>
          <a:prstGeom prst="ellipse">
            <a:avLst/>
          </a:prstGeom>
          <a:solidFill>
            <a:srgbClr val="1F5C99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“Cada dato debe responder una pregunta: «¿qué haremos distinto gracias a esta información?».”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F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 ACADEMY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C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PARA LLEVARSE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 deja de ser memorizar enfermedades: es aprender cómo se construye el conocimiento.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</dc:title>
  <dc:subject>PptxGenJS Presentation</dc:subject>
  <dc:creator>Humana Academy</dc:creator>
  <cp:lastModifiedBy>Humana Academy</cp:lastModifiedBy>
  <cp:revision>1</cp:revision>
  <dcterms:created xsi:type="dcterms:W3CDTF">2026-07-07T16:22:04Z</dcterms:created>
  <dcterms:modified xsi:type="dcterms:W3CDTF">2026-07-07T16:22:04Z</dcterms:modified>
</cp:coreProperties>
</file>