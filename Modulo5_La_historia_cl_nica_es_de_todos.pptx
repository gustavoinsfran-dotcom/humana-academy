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834640"/>
            <a:ext cx="4206240" cy="4206240"/>
          </a:xfrm>
          <a:prstGeom prst="ellipse">
            <a:avLst/>
          </a:prstGeom>
          <a:solidFill>
            <a:srgbClr val="1F5C9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1097280"/>
            <a:ext cx="2377440" cy="2377440"/>
          </a:xfrm>
          <a:prstGeom prst="ellipse">
            <a:avLst/>
          </a:prstGeom>
          <a:solidFill>
            <a:srgbClr val="7FB0E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historia clínica es de todos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 · Formación en Medicina de Continuidad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223760" y="777240"/>
            <a:ext cx="1371600" cy="1371600"/>
          </a:xfrm>
          <a:prstGeom prst="ellipse">
            <a:avLst/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2376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ve la historia completa. Cada uno aporta un capítulo del mismo relato.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ideas del módulo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rol, un capítulo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médico interpreta, la enfermería sigue la evolución, la familia conoce a la persona, el cuidador convive.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39312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39312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Conocimiento distribuido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9312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posee toda la historia; todos poseen una parte. La inteligencia está en integrarlas.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9944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9944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 del conocimiento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9944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depende de que sea siempre el mismo médico, sino de que el conocimiento no se pierda.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91840"/>
            <a:ext cx="3108960" cy="3108960"/>
          </a:xfrm>
          <a:prstGeom prst="ellipse">
            <a:avLst/>
          </a:prstGeom>
          <a:solidFill>
            <a:srgbClr val="1F5C9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 Historia de Vida genera la Historia Clínica, y la Historia Clínica solo vale si sigue acompañando la Historia de Vida.”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PARA LLEVARSE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continuidad no es que nunca cambie el profesional: es que nunca se pierda el conocimiento.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5</dc:title>
  <dc:subject>PptxGenJS Presentation</dc:subject>
  <dc:creator>Humana Academy</dc:creator>
  <cp:lastModifiedBy>Humana Academy</cp:lastModifiedBy>
  <cp:revision>1</cp:revision>
  <dcterms:created xsi:type="dcterms:W3CDTF">2026-07-07T16:22:04Z</dcterms:created>
  <dcterms:modified xsi:type="dcterms:W3CDTF">2026-07-07T16:22:04Z</dcterms:modified>
</cp:coreProperties>
</file>