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2834640"/>
            <a:ext cx="4206240" cy="4206240"/>
          </a:xfrm>
          <a:prstGeom prst="ellipse">
            <a:avLst/>
          </a:prstGeom>
          <a:solidFill>
            <a:srgbClr val="1F5C9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-1097280"/>
            <a:ext cx="2377440" cy="2377440"/>
          </a:xfrm>
          <a:prstGeom prst="ellipse">
            <a:avLst/>
          </a:prstGeom>
          <a:solidFill>
            <a:srgbClr val="7FB0E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7FB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Unidad de Continuidad Domiciliaria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Humana Academy · Formación en Medicina de Continuidad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223760" y="777240"/>
            <a:ext cx="1371600" cy="1371600"/>
          </a:xfrm>
          <a:prstGeom prst="ellipse">
            <a:avLst/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2376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hilo conductor de la historia del paciente entre todos los niveles asistenciales.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ideas del módulo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la incertidumbre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consultas a urgencias nacen de no saber interpretar un cambio, no de una emergencia real.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155448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39312" y="1783080"/>
            <a:ext cx="548640" cy="54864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39312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Confianza, educación, observación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9312" y="32461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pilares que sostienen la continuidad asistencial.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155448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9944" y="1783080"/>
            <a:ext cx="548640" cy="54864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994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9944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recurso adecuado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9944" y="32461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 termina en urgencias ni en un ingreso: cada situación va al recurso que aporta más valor.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91840"/>
            <a:ext cx="3108960" cy="3108960"/>
          </a:xfrm>
          <a:prstGeom prst="ellipse">
            <a:avLst/>
          </a:prstGeom>
          <a:solidFill>
            <a:srgbClr val="1F5C99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“El paciente vive una película. El sistema sanitario vive fotografías. Nuestra tarea es preservar la película.”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7FB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HUMANA ACADEMY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5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840480" cy="3840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FE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PARA LLEVARSE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Unidad de Continuidad no gestiona episodios: mantiene unida la historia del paciente.</a:t>
            </a:r>
            <a:endParaRPr lang="en-US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6</dc:title>
  <dc:subject>PptxGenJS Presentation</dc:subject>
  <dc:creator>Humana Academy</dc:creator>
  <cp:lastModifiedBy>Humana Academy</cp:lastModifiedBy>
  <cp:revision>1</cp:revision>
  <dcterms:created xsi:type="dcterms:W3CDTF">2026-07-07T16:22:04Z</dcterms:created>
  <dcterms:modified xsi:type="dcterms:W3CDTF">2026-07-07T16:22:04Z</dcterms:modified>
</cp:coreProperties>
</file>